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8" r:id="rId5"/>
    <p:sldId id="260" r:id="rId6"/>
    <p:sldId id="263" r:id="rId7"/>
    <p:sldId id="264" r:id="rId8"/>
    <p:sldId id="265" r:id="rId9"/>
    <p:sldId id="266" r:id="rId10"/>
    <p:sldId id="267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0" d="100"/>
          <a:sy n="30" d="100"/>
        </p:scale>
        <p:origin x="24" y="5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EC15A6-DCA2-F329-8D78-A8A98111B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2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4DD6D5-E927-C1D0-EFA1-F2A448842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28000" cy="914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A1F69E-69C7-39CC-6196-344D0653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99" y="0"/>
            <a:ext cx="812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Ankit Yadav</cp:lastModifiedBy>
  <cp:revision>2</cp:revision>
  <dcterms:created xsi:type="dcterms:W3CDTF">2006-08-16T00:00:00Z</dcterms:created>
  <dcterms:modified xsi:type="dcterms:W3CDTF">2026-05-04T05:21:18Z</dcterms:modified>
</cp:coreProperties>
</file>